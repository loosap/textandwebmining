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12192000" cy="6858000"/>
  <p:notesSz cx="6858000" cy="9144000"/>
  <p:embeddedFontLst>
    <p:embeddedFont>
      <p:font typeface="Urbanist" panose="020B0604020202020204" charset="-18"/>
      <p:regular r:id="rId11"/>
      <p:bold r:id="rId12"/>
      <p:italic r:id="rId13"/>
      <p:boldItalic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4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2051744"/>
            <a:ext cx="6380797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RSS </a:t>
            </a:r>
            <a:r>
              <a:rPr lang="en-US" sz="54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Hírek</a:t>
            </a:r>
            <a:r>
              <a:rPr lang="en-US" sz="54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54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Elemzése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Pythonnal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605262"/>
            <a:ext cx="6076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200" b="0" i="0" u="none" strike="noStrike" cap="none" dirty="0" err="1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Készítette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hu-HU" sz="1200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Loós András és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Tasnádi Attila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34250" y="1714500"/>
            <a:ext cx="4286250" cy="33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90750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200275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857250" y="31242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Probléma: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6 különböző hírportált (Telex, 24.hu, stb.) egyesével átnézni sok idő.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57250" y="39243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Megoldás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Egy Python program,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ami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automatikusan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letölti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cikkeket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857250" y="4724400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Extra: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hu-HU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Gépi tanulással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elemezzük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tartalmat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 Projekt Célja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1623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624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7625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9072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5787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2502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3865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30580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571500" y="4267200"/>
            <a:ext cx="11049000" cy="38100"/>
          </a:xfrm>
          <a:prstGeom prst="roundRect">
            <a:avLst>
              <a:gd name="adj" fmla="val 16667"/>
            </a:avLst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63865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Adatgyűjtés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71437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letölti az RSS feedeket 6 magyar hírportálról (feedparser könyvtár).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450580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Tisztítás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458152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Eltávolítjuk a felesleges HTML kódokat és linkeket a szövegből (BeautifulSoup).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37295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Mentés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44867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Az összes cikket egy közös CSV adatbázisba mentjük az elemzéshez.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Hogyan Működik?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571500" y="2747962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Kulcsszavak Keresése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571500" y="3157537"/>
            <a:ext cx="5238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Megvizsgáltuk a leggyakoribb szavakat minden hírportálnál.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857250" y="36528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kiszámolja, mely szavak a legfontosabbak (TF-IDF módszer).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57250" y="4452937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Kiszűrjük a kötőszavakat (pl. "és", "hogy", "az").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57250" y="4948237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Láthatóvá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válik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melyik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újság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milyen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témákra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fókuszál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Miről írnak a lapok?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90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910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986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BD677233-B804-B69A-817A-AF0BDA0DA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0" y="2561844"/>
            <a:ext cx="5896798" cy="2724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49959"/>
            <a:ext cx="3492400" cy="247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3249959"/>
            <a:ext cx="3492549" cy="247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3249959"/>
            <a:ext cx="3492400" cy="247263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571500" y="2659409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Összehasonlítottunk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több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algoritmust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hogy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melyik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leggyorsabb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cikkek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rendszerezésében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0" name="Google Shape;150;p17"/>
          <p:cNvSpPr txBox="1"/>
          <p:nvPr/>
        </p:nvSpPr>
        <p:spPr>
          <a:xfrm>
            <a:off x="794228" y="4259609"/>
            <a:ext cx="30469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866775" y="4707284"/>
            <a:ext cx="29018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Döntési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fa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alapú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osztályozás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4572375" y="4259609"/>
            <a:ext cx="304709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K-Means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644925" y="4707284"/>
            <a:ext cx="2901999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Csoportosítás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klaszterezés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)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felügyelet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nélkül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4" name="Google Shape;154;p17"/>
          <p:cNvSpPr txBox="1"/>
          <p:nvPr/>
        </p:nvSpPr>
        <p:spPr>
          <a:xfrm>
            <a:off x="8350679" y="4259609"/>
            <a:ext cx="30469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Eredmény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8423225" y="4707284"/>
            <a:ext cx="29018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Megmértük a futási időt és a pontosságot.</a:t>
            </a:r>
            <a:endParaRPr/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60525" y="3564284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3564284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4125" y="3564284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Gépi</a:t>
            </a:r>
            <a:r>
              <a:rPr lang="en-US" sz="36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6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Tanulás</a:t>
            </a:r>
            <a:endParaRPr dirty="0"/>
          </a:p>
        </p:txBody>
      </p:sp>
      <p:sp>
        <p:nvSpPr>
          <p:cNvPr id="160" name="Google Shape;160;p17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762000" y="762000"/>
            <a:ext cx="4800600" cy="112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Az Eredmény: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Interaktív Dashboard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762000" y="2057400"/>
            <a:ext cx="4572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762000" y="2667000"/>
            <a:ext cx="4572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Minden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elemzést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egy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közös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webes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felületre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raktunk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össze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Panel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könyvtár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segítségével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87" name="Google Shape;187;p19"/>
          <p:cNvSpPr txBox="1"/>
          <p:nvPr/>
        </p:nvSpPr>
        <p:spPr>
          <a:xfrm>
            <a:off x="1047750" y="37528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Kereshető szavak.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1047750" y="42481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Dinamikus grafikonok.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1047750" y="47434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Sötét mód (Dark mode).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047750" y="52387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Minden adat egy helyen, azonnal.</a:t>
            </a:r>
            <a:endParaRPr/>
          </a:p>
        </p:txBody>
      </p:sp>
      <p:pic>
        <p:nvPicPr>
          <p:cNvPr id="191" name="Google Shape;19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7909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2862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7815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52768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EEC4C05-B5F0-3EA5-5FB4-FF2657B2A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962" y="0"/>
            <a:ext cx="63912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1040368" y="2563957"/>
            <a:ext cx="1011126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Köszönöm</a:t>
            </a:r>
            <a:r>
              <a:rPr lang="en-US" sz="7500" b="1" i="0" u="none" strike="noStrike" cap="none" dirty="0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75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figyelmet</a:t>
            </a:r>
            <a:r>
              <a:rPr lang="en-US" sz="7500" b="1" i="0" u="none" strike="noStrike" cap="none" dirty="0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!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20984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1"/>
          <p:cNvSpPr/>
          <p:nvPr/>
        </p:nvSpPr>
        <p:spPr>
          <a:xfrm>
            <a:off x="571500" y="281478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359955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8896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1666875" y="2182415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https://www.cambridgespark.com/hs-fs/hubfs/python-code_1000x500.jpg?width=730&amp;height=365&amp;name=python-code_1000x500.jpg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1666875" y="2428130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www.cambridgespark.com</a:t>
            </a:r>
            <a:endParaRPr/>
          </a:p>
        </p:txBody>
      </p:sp>
      <p:pic>
        <p:nvPicPr>
          <p:cNvPr id="219" name="Google Shape;219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97373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1"/>
          <p:cNvSpPr txBox="1"/>
          <p:nvPr/>
        </p:nvSpPr>
        <p:spPr>
          <a:xfrm>
            <a:off x="1666875" y="2967186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https://upload.wikimedia.org/wikipedia/en/thumb/4/43/Feed-icon.svg/1200px-Feed-icon.svg.png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1666875" y="3212901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en.wikipedia.org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234</Words>
  <Application>Microsoft Office PowerPoint</Application>
  <PresentationFormat>Szélesvásznú</PresentationFormat>
  <Paragraphs>39</Paragraphs>
  <Slides>8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Urbanist</vt:lpstr>
      <vt:lpstr>Calibri</vt:lpstr>
      <vt:lpstr>Arial</vt:lpstr>
      <vt:lpstr>Times New Roman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cp:lastModifiedBy>gép Yhennon</cp:lastModifiedBy>
  <cp:revision>9</cp:revision>
  <dcterms:modified xsi:type="dcterms:W3CDTF">2025-12-01T08:00:54Z</dcterms:modified>
</cp:coreProperties>
</file>