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embeddedFontLst>
    <p:embeddedFont>
      <p:font typeface="Urbanist" panose="020B0604020202020204" charset="-18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051744"/>
            <a:ext cx="638079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RSS </a:t>
            </a:r>
            <a:r>
              <a:rPr lang="en-US" sz="5400" b="1" i="0" u="none" strike="noStrike" cap="none" dirty="0" err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Hírek</a:t>
            </a:r>
            <a:r>
              <a:rPr lang="en-US" sz="54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i="0" u="none" strike="noStrike" cap="none" dirty="0" err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Elemzése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 err="1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Pythonnal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26966"/>
            <a:ext cx="6076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Automatikus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adatgyűjtés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és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vizualizáció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05262"/>
            <a:ext cx="6076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b="0" i="0" u="none" strike="noStrike" cap="none" dirty="0" err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Készítette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hu-HU" sz="120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Loós András és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hu-HU" sz="120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Tasnádi Attila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0" y="1714500"/>
            <a:ext cx="42862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907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002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57250" y="31242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Probléma: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6 különböző hírportált (Telex, 24.hu, stb.) egyesével átnézni sok idő.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9243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Megoldás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Egy Python program,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automatikusan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letölti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cikkeket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4724400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Extra: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hu-HU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Gépi tanulással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elemezzük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tartalmat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 Projekt Célja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62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2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625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0725" y="31956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75" y="31956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25025" y="31956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195637"/>
            <a:ext cx="331470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38650" y="3195637"/>
            <a:ext cx="331470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05800" y="3195637"/>
            <a:ext cx="331470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571500" y="4267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38651" y="3862387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Adatgyűjtés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14375" y="4271962"/>
            <a:ext cx="3028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program letölti az RSS feedeket 6 magyar hírportálról (feedparser könyvtár).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05801" y="3862387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Tisztítás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81525" y="4271962"/>
            <a:ext cx="3028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Eltávolítjuk a felesleges HTML kódokat és linkeket a szövegből (BeautifulSoup).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72951" y="3862387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Mentés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48675" y="4271962"/>
            <a:ext cx="3028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Az összes cikket egy közös CSV adatbázisba mentjük az elemzéshez.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Hogyan Működik?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274796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Kulcsszavak Keresése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315753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Megvizsgáltuk a leggyakoribb szavakat minden hírportálnál.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7250" y="36528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program kiszámolja, mely szavak a legfontosabbak (TF-IDF módszer).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44529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Kiszűrjük a kötőszavakat (pl. "és", "hogy", "az").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49482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Láthatóvá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válik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melyik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újság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milyen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témákra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fókuszál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Miről írnak a lapok?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0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91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86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BD677233-B804-B69A-817A-AF0BDA0DA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561844"/>
            <a:ext cx="5896798" cy="2724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49959"/>
            <a:ext cx="3492400" cy="247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3249959"/>
            <a:ext cx="3492549" cy="247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3249959"/>
            <a:ext cx="3492400" cy="247263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2659409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Összehasonlítottunk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több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algoritmust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hogy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melyik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leggyorsabb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cikkek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rendszerezésében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794228" y="4259609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Decision Tree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4707284"/>
            <a:ext cx="2901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Döntési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fa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alapú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osztályozás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4572375" y="425960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K-Means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44925" y="4707284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Csoportosítás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klaszterezés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felügyelet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nélkül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8350679" y="4259609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Eredmény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423225" y="4707284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Megmértük a futási időt és a pontosságot.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0525" y="356428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356428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4125" y="3564284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Gépi</a:t>
            </a:r>
            <a:r>
              <a:rPr lang="en-US" sz="36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Tanulás</a:t>
            </a:r>
            <a:endParaRPr dirty="0"/>
          </a:p>
        </p:txBody>
      </p:sp>
      <p:sp>
        <p:nvSpPr>
          <p:cNvPr id="160" name="Google Shape;160;p17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762000"/>
            <a:ext cx="480060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Az Eredmény: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Interaktív Dashboard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62000" y="2057400"/>
            <a:ext cx="4572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762000" y="2667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Minden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elemzést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egy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közös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webes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felületre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raktunk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össze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Panel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könyvtár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segítségével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1047750" y="375285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Kereshető szavak.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047750" y="424815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Dinamikus grafikonok.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047750" y="474345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Sötét mód (Dark mode).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047750" y="523875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Minden adat egy helyen, azonnal.</a:t>
            </a:r>
            <a:endParaRPr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790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86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781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276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Kép 4" descr="A képen képernyőkép, szöveg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EEC4C05-B5F0-3EA5-5FB4-FF2657B2A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962" y="0"/>
            <a:ext cx="63912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040368" y="2563957"/>
            <a:ext cx="1011126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Köszönöm</a:t>
            </a:r>
            <a:r>
              <a:rPr lang="en-US" sz="7500" b="1" i="0" u="none" strike="noStrike" cap="none" dirty="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7500" b="1" i="0" u="none" strike="noStrike" cap="none" dirty="0" err="1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figyelmet</a:t>
            </a:r>
            <a:r>
              <a:rPr lang="en-US" sz="7500" b="1" i="0" u="none" strike="noStrike" cap="none" dirty="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2098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571500" y="281478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35995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89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1666875" y="218241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https://www.cambridgespark.com/hs-fs/hubfs/python-code_1000x500.jpg?width=730&amp;height=365&amp;name=python-code_1000x500.jpg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1666875" y="242813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www.cambridgespark.com</a:t>
            </a:r>
            <a:endParaRPr/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737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666875" y="296718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https://upload.wikimedia.org/wikipedia/en/thumb/4/43/Feed-icon.svg/1200px-Feed-icon.svg.png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666875" y="32129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en.wikipedia.org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306</Words>
  <Application>Microsoft Office PowerPoint</Application>
  <PresentationFormat>Szélesvásznú</PresentationFormat>
  <Paragraphs>40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Urbanist</vt:lpstr>
      <vt:lpstr>Times New Roman</vt:lpstr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Tasnádi Attila</cp:lastModifiedBy>
  <cp:revision>8</cp:revision>
  <dcterms:modified xsi:type="dcterms:W3CDTF">2025-12-01T07:25:07Z</dcterms:modified>
</cp:coreProperties>
</file>